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952861-4879-4BD2-A907-E19CF1C0B7C7}" v="15" dt="2026-06-23T16:06:04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amurthy Hg (Consultant)" userId="2374e2b4-d0b6-4c3b-824f-59899e600d23" providerId="ADAL" clId="{1E96B98F-A22E-4403-ACEA-BCB1FEF5FD55}"/>
    <pc:docChg chg="undo custSel addSld delSld modSld">
      <pc:chgData name="Keshavamurthy Hg (Consultant)" userId="2374e2b4-d0b6-4c3b-824f-59899e600d23" providerId="ADAL" clId="{1E96B98F-A22E-4403-ACEA-BCB1FEF5FD55}" dt="2026-06-23T16:06:30.105" v="25" actId="47"/>
      <pc:docMkLst>
        <pc:docMk/>
      </pc:docMkLst>
      <pc:sldChg chg="modSp mod">
        <pc:chgData name="Keshavamurthy Hg (Consultant)" userId="2374e2b4-d0b6-4c3b-824f-59899e600d23" providerId="ADAL" clId="{1E96B98F-A22E-4403-ACEA-BCB1FEF5FD55}" dt="2026-06-23T15:42:19.645" v="1" actId="1076"/>
        <pc:sldMkLst>
          <pc:docMk/>
          <pc:sldMk cId="0" sldId="256"/>
        </pc:sldMkLst>
        <pc:spChg chg="mod">
          <ac:chgData name="Keshavamurthy Hg (Consultant)" userId="2374e2b4-d0b6-4c3b-824f-59899e600d23" providerId="ADAL" clId="{1E96B98F-A22E-4403-ACEA-BCB1FEF5FD55}" dt="2026-06-23T15:42:19.645" v="1" actId="1076"/>
          <ac:spMkLst>
            <pc:docMk/>
            <pc:sldMk cId="0" sldId="256"/>
            <ac:spMk id="65" creationId="{00000000-0000-0000-0000-000000000000}"/>
          </ac:spMkLst>
        </pc:spChg>
      </pc:sldChg>
      <pc:sldChg chg="addSp delSp modSp add del mod">
        <pc:chgData name="Keshavamurthy Hg (Consultant)" userId="2374e2b4-d0b6-4c3b-824f-59899e600d23" providerId="ADAL" clId="{1E96B98F-A22E-4403-ACEA-BCB1FEF5FD55}" dt="2026-06-23T15:43:55.559" v="10" actId="47"/>
        <pc:sldMkLst>
          <pc:docMk/>
          <pc:sldMk cId="344299902" sldId="260"/>
        </pc:sldMkLst>
        <pc:picChg chg="add del mod">
          <ac:chgData name="Keshavamurthy Hg (Consultant)" userId="2374e2b4-d0b6-4c3b-824f-59899e600d23" providerId="ADAL" clId="{1E96B98F-A22E-4403-ACEA-BCB1FEF5FD55}" dt="2026-06-23T15:43:53.277" v="9" actId="478"/>
          <ac:picMkLst>
            <pc:docMk/>
            <pc:sldMk cId="344299902" sldId="260"/>
            <ac:picMk id="3" creationId="{C8EA2170-75DA-A308-264F-54B2590D9EF4}"/>
          </ac:picMkLst>
        </pc:picChg>
      </pc:sldChg>
      <pc:sldChg chg="addSp modSp add del mod">
        <pc:chgData name="Keshavamurthy Hg (Consultant)" userId="2374e2b4-d0b6-4c3b-824f-59899e600d23" providerId="ADAL" clId="{1E96B98F-A22E-4403-ACEA-BCB1FEF5FD55}" dt="2026-06-23T16:06:30.105" v="25" actId="47"/>
        <pc:sldMkLst>
          <pc:docMk/>
          <pc:sldMk cId="3541343176" sldId="260"/>
        </pc:sldMkLst>
        <pc:picChg chg="add mod">
          <ac:chgData name="Keshavamurthy Hg (Consultant)" userId="2374e2b4-d0b6-4c3b-824f-59899e600d23" providerId="ADAL" clId="{1E96B98F-A22E-4403-ACEA-BCB1FEF5FD55}" dt="2026-06-23T15:51:26.820" v="17"/>
          <ac:picMkLst>
            <pc:docMk/>
            <pc:sldMk cId="3541343176" sldId="260"/>
            <ac:picMk id="3" creationId="{E84089C1-BEA0-ED93-4EBB-0AE45345E78A}"/>
          </ac:picMkLst>
        </pc:picChg>
      </pc:sldChg>
      <pc:sldChg chg="addSp modSp add del mod">
        <pc:chgData name="Keshavamurthy Hg (Consultant)" userId="2374e2b4-d0b6-4c3b-824f-59899e600d23" providerId="ADAL" clId="{1E96B98F-A22E-4403-ACEA-BCB1FEF5FD55}" dt="2026-06-23T16:06:30.105" v="25" actId="47"/>
        <pc:sldMkLst>
          <pc:docMk/>
          <pc:sldMk cId="1549931386" sldId="261"/>
        </pc:sldMkLst>
        <pc:picChg chg="add mod">
          <ac:chgData name="Keshavamurthy Hg (Consultant)" userId="2374e2b4-d0b6-4c3b-824f-59899e600d23" providerId="ADAL" clId="{1E96B98F-A22E-4403-ACEA-BCB1FEF5FD55}" dt="2026-06-23T16:06:04.315" v="24"/>
          <ac:picMkLst>
            <pc:docMk/>
            <pc:sldMk cId="1549931386" sldId="261"/>
            <ac:picMk id="3" creationId="{160D951B-908A-3662-8721-5BCD41F1AF1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23-Jun-26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tc.com/en/support/article/CS98274" TargetMode="External"/><Relationship Id="rId3" Type="http://schemas.openxmlformats.org/officeDocument/2006/relationships/hyperlink" Target="https://support.ptc.com/appserver/cs/view/solution.jsp?n=18076027" TargetMode="External"/><Relationship Id="rId7" Type="http://schemas.openxmlformats.org/officeDocument/2006/relationships/hyperlink" Target="https://dev.azure.com/VolvoGroup-DVP/VPA/_workitems/edit/757890" TargetMode="External"/><Relationship Id="rId2" Type="http://schemas.openxmlformats.org/officeDocument/2006/relationships/hyperlink" Target="https://volvoitsm.service-now.com/nav_to.do?uri=incident.do?sysparm_query=number=INC110283967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ev.azure.com/VolvoGroup-DVP/VPA/_workitems/edit/760395" TargetMode="External"/><Relationship Id="rId5" Type="http://schemas.openxmlformats.org/officeDocument/2006/relationships/hyperlink" Target="https://dev.azure.com/VolvoGroup-DVP/VPA/_workitems/edit/765501" TargetMode="External"/><Relationship Id="rId4" Type="http://schemas.openxmlformats.org/officeDocument/2006/relationships/hyperlink" Target="https://dev.azure.com/VolvoGroup-DVP/VPA/_workitems/edit/770315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5486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INCIDENT REPORT  —  INC110283967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30352"/>
            <a:ext cx="1748614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594360"/>
            <a:ext cx="162059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160094" y="530352"/>
            <a:ext cx="3497228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24102" y="594360"/>
            <a:ext cx="33692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u="sng">
                <a:solidFill>
                  <a:srgbClr val="2F80ED"/>
                </a:solidFill>
                <a:hlinkClick r:id="rId2"/>
              </a:rPr>
              <a:t>INC110283967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57322" y="530352"/>
            <a:ext cx="2622921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21330" y="594360"/>
            <a:ext cx="249490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CREATED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0243" y="530352"/>
            <a:ext cx="3497228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4251" y="594360"/>
            <a:ext cx="33692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Jordan Bingaman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804672"/>
            <a:ext cx="1748614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868680"/>
            <a:ext cx="162059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AZURE BUG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0094" y="804672"/>
            <a:ext cx="34972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24102" y="868680"/>
            <a:ext cx="33692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-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57322" y="804672"/>
            <a:ext cx="2622921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21330" y="868680"/>
            <a:ext cx="249490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CREATED 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0243" y="804672"/>
            <a:ext cx="34972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4251" y="868680"/>
            <a:ext cx="33692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18-May-2026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078992"/>
            <a:ext cx="1748614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1143000"/>
            <a:ext cx="162059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PTC CASE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0094" y="1078992"/>
            <a:ext cx="3497228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24102" y="1143000"/>
            <a:ext cx="33692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u="sng">
                <a:solidFill>
                  <a:srgbClr val="2F80ED"/>
                </a:solidFill>
                <a:hlinkClick r:id="rId3"/>
              </a:rPr>
              <a:t>18076027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7322" y="1078992"/>
            <a:ext cx="2622921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21330" y="1143000"/>
            <a:ext cx="249490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ASSIGNED 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80243" y="1078992"/>
            <a:ext cx="3497228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4251" y="1143000"/>
            <a:ext cx="33692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Keshavamurthy Hg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353312"/>
            <a:ext cx="1748614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1417320"/>
            <a:ext cx="162059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PRIORITY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60094" y="1353312"/>
            <a:ext cx="34972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24102" y="1417320"/>
            <a:ext cx="33692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Priority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57322" y="1353312"/>
            <a:ext cx="2622921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21330" y="1417320"/>
            <a:ext cx="2494905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RESOLVED 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0243" y="1353312"/>
            <a:ext cx="349722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44251" y="1417320"/>
            <a:ext cx="33692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1755648"/>
            <a:ext cx="5245842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" y="1819656"/>
            <a:ext cx="511782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SHORT DESCRIPTION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57322" y="1755648"/>
            <a:ext cx="6120149" cy="24688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21330" y="1819656"/>
            <a:ext cx="5992133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DESCRIPTION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2002536"/>
            <a:ext cx="5245842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" y="2066544"/>
            <a:ext cx="511782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Catia Drawings are publishing with color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57322" y="2002536"/>
            <a:ext cx="6120149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21330" y="2066544"/>
            <a:ext cx="599213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1E293B"/>
                </a:solidFill>
              </a:rPr>
              <a:t>the standards group has raised the issue that </a:t>
            </a:r>
            <a:r>
              <a:rPr sz="900" b="0" i="0" dirty="0" err="1">
                <a:solidFill>
                  <a:srgbClr val="1E293B"/>
                </a:solidFill>
              </a:rPr>
              <a:t>catia</a:t>
            </a:r>
            <a:r>
              <a:rPr sz="900" b="0" i="0" dirty="0">
                <a:solidFill>
                  <a:srgbClr val="1E293B"/>
                </a:solidFill>
              </a:rPr>
              <a:t> drawings are publishing with color. Can we please investigate and make sure that the </a:t>
            </a:r>
            <a:r>
              <a:rPr sz="900" b="0" i="0" dirty="0" err="1">
                <a:solidFill>
                  <a:srgbClr val="1E293B"/>
                </a:solidFill>
              </a:rPr>
              <a:t>catia</a:t>
            </a:r>
            <a:r>
              <a:rPr sz="900" b="0" i="0" dirty="0">
                <a:solidFill>
                  <a:srgbClr val="1E293B"/>
                </a:solidFill>
              </a:rPr>
              <a:t> worker is publishing in grayscale?
see STD 101-0006 page 3
as an example:
.CATDrawing
https://vcewindchill.got.volvo.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2825496"/>
            <a:ext cx="4572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2825496"/>
            <a:ext cx="187452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1208" y="2889504"/>
            <a:ext cx="1746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PROBLEM STATEMENT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31720" y="2825496"/>
            <a:ext cx="9445752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95728" y="2889504"/>
            <a:ext cx="93177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Catia Drawings are publishing with color the standards group has raised the issue that catia drawings are publishing with color. see STD page 3 as an example: .CATDrawing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355848"/>
            <a:ext cx="45720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3355848"/>
            <a:ext cx="187452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21208" y="3419856"/>
            <a:ext cx="1746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ROOT CAUSE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31720" y="3355848"/>
            <a:ext cx="944575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95728" y="3419856"/>
            <a:ext cx="93177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- System (Additional comments) Auto-resolved by system due to user inactivity.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3886200"/>
            <a:ext cx="45720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57200" y="3886200"/>
            <a:ext cx="187452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1208" y="3950208"/>
            <a:ext cx="1746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</a:rPr>
              <a:t>RESOLUTION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31720" y="3886200"/>
            <a:ext cx="9445752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95728" y="3950208"/>
            <a:ext cx="93177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As referenced in the PTC article CS98274, there is a workaround available by adding a new property in the Theorem RCP file. PTC has requested us to install GhostScript and configure it as adapter/ExternalProcess in the recipe file and then test the scenario again. To install the GhostScript and configuration user story has been created for TEST environment. A workaround has been identified. A perm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4507992"/>
            <a:ext cx="12188952" cy="20116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1480" y="4526280"/>
            <a:ext cx="11365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21B6"/>
                </a:solidFill>
              </a:rPr>
              <a:t>🔗  REFERENCES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4709160"/>
            <a:ext cx="1136599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5488" y="473659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2F80ED"/>
                </a:solidFill>
                <a:hlinkClick r:id="rId4"/>
              </a:rPr>
              <a:t>https://dev.azure.com/VolvoGroup-DVP/VPA/_workitems/edit/770315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7720" y="4745736"/>
            <a:ext cx="7114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</a:rPr>
              <a:t>Azure User Story #770315  [PROD]  —  Kindly validate the issue from your end and confirm whether we can proceed with 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4983480"/>
            <a:ext cx="1136599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75488" y="501091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2F80ED"/>
                </a:solidFill>
                <a:hlinkClick r:id="rId5"/>
              </a:rPr>
              <a:t>https://dev.azure.com/VolvoGroup-DVP/VPA/_workitems/edit/765501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17720" y="5020056"/>
            <a:ext cx="7114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</a:rPr>
              <a:t>Azure User Story #765501  [QA]  —  As agreed by Johan over the team's chat, I have created user story for installin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5257800"/>
            <a:ext cx="1136599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5488" y="528523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2F80ED"/>
                </a:solidFill>
                <a:hlinkClick r:id="rId6"/>
              </a:rPr>
              <a:t>https://dev.azure.com/VolvoGroup-DVP/VPA/_workitems/edit/760395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17720" y="5294376"/>
            <a:ext cx="7114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</a:rPr>
              <a:t>Azure User Story #760395  [PROD]  —  Meanwhile we have requested L3 (Johan) to approval for implementation of solutio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532120"/>
            <a:ext cx="1136599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75488" y="555955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2F80ED"/>
                </a:solidFill>
                <a:hlinkClick r:id="rId7"/>
              </a:rPr>
              <a:t>https://dev.azure.com/VolvoGroup-DVP/VPA/_workitems/edit/757890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17720" y="5568696"/>
            <a:ext cx="7114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563EB"/>
                </a:solidFill>
              </a:rPr>
              <a:t>Azure User Story #757890  [TEST]  —  We are currently awaiting the story deployment on the TEST environment to valida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5806440"/>
            <a:ext cx="11365992" cy="27432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75488" y="583387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u="sng">
                <a:solidFill>
                  <a:srgbClr val="2F80ED"/>
                </a:solidFill>
                <a:hlinkClick r:id="rId8"/>
              </a:rPr>
              <a:t>https://www.ptc.com/en/support/article/CS98274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17720" y="5843016"/>
            <a:ext cx="7114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333EA"/>
                </a:solidFill>
              </a:rPr>
              <a:t>PTC Article CS98274  —  As PTC does not have any additional property or configuration available for draw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800"/>
            <a:ext cx="12188952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224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C2626"/>
                </a:solidFill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664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599440"/>
            <a:ext cx="11365992" cy="6075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690880"/>
            <a:ext cx="11146536" cy="5911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Catia Drawings are publishing with color the standards group has raised the issue that catia drawings are publishing with color. see STD page 3 as an example: .CATDrawing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800"/>
            <a:ext cx="12188952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224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7706"/>
                </a:solidFill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664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Root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599440"/>
            <a:ext cx="11365992" cy="6075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690880"/>
            <a:ext cx="11146536" cy="5911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- System (Additional comments) Auto-resolved by system due to user inactivity.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800"/>
            <a:ext cx="12188952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4224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664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599440"/>
            <a:ext cx="11365992" cy="6075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690880"/>
            <a:ext cx="11146536" cy="5911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As referenced in the PTC article CS98274, there is a workaround available by adding a new property in the Theorem RCP file. PTC has requested us to install GhostScript and configure it as adapter/ExternalProcess in the recipe file and then test the scenario again. To install the GhostScript and configuration user story has been created for TEST environment. A workaround has been identified. A permanent fix is pending and will be tracked through the development backlog.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546</Words>
  <Application>Microsoft Office PowerPoint</Application>
  <PresentationFormat>Custom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Keshavamurthy Hg (Consultant)</cp:lastModifiedBy>
  <cp:revision>1</cp:revision>
  <dcterms:created xsi:type="dcterms:W3CDTF">2013-01-27T09:14:16Z</dcterms:created>
  <dcterms:modified xsi:type="dcterms:W3CDTF">2026-06-23T16:06:37Z</dcterms:modified>
  <cp:category/>
</cp:coreProperties>
</file>