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8025" r:id="rId2"/>
    <p:sldId id="800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murthy Hg (Consultant)" userId="2374e2b4-d0b6-4c3b-824f-59899e600d23" providerId="ADAL" clId="{8E089545-C77C-4475-9F47-D197728FF5EC}"/>
    <pc:docChg chg="modSld">
      <pc:chgData name="Keshavamurthy Hg (Consultant)" userId="2374e2b4-d0b6-4c3b-824f-59899e600d23" providerId="ADAL" clId="{8E089545-C77C-4475-9F47-D197728FF5EC}" dt="2026-02-19T19:17:23.488" v="28" actId="20577"/>
      <pc:docMkLst>
        <pc:docMk/>
      </pc:docMkLst>
      <pc:sldChg chg="modSp mod">
        <pc:chgData name="Keshavamurthy Hg (Consultant)" userId="2374e2b4-d0b6-4c3b-824f-59899e600d23" providerId="ADAL" clId="{8E089545-C77C-4475-9F47-D197728FF5EC}" dt="2026-02-19T19:17:23.488" v="28" actId="20577"/>
        <pc:sldMkLst>
          <pc:docMk/>
          <pc:sldMk cId="3512973715" sldId="8025"/>
        </pc:sldMkLst>
        <pc:spChg chg="mod">
          <ac:chgData name="Keshavamurthy Hg (Consultant)" userId="2374e2b4-d0b6-4c3b-824f-59899e600d23" providerId="ADAL" clId="{8E089545-C77C-4475-9F47-D197728FF5EC}" dt="2026-02-19T19:17:23.488" v="28" actId="20577"/>
          <ac:spMkLst>
            <pc:docMk/>
            <pc:sldMk cId="3512973715" sldId="8025"/>
            <ac:spMk id="2" creationId="{BB15F094-8034-32C1-1207-1DF33C582F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44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82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67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10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53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04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57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84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50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5608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935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7108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837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68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523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1 Intro – Black text light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15661-0B2E-4145-BFC7-96344832A04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B9EDD-1740-4E4A-8601-A7D0893F42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DBE988F-1BF4-472B-8755-57EAF869555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</p:spPr>
        <p:txBody>
          <a:bodyPr tIns="2088000" anchor="t" anchorCtr="0">
            <a:normAutofit/>
          </a:bodyPr>
          <a:lstStyle>
            <a:lvl1pPr marL="0" indent="0" algn="ctr">
              <a:buFontTx/>
              <a:buNone/>
              <a:defRPr sz="800">
                <a:solidFill>
                  <a:srgbClr val="A7A8A9"/>
                </a:solidFill>
              </a:defRPr>
            </a:lvl1pPr>
          </a:lstStyle>
          <a:p>
            <a:r>
              <a:rPr lang="en-US"/>
              <a:t>[Add light background picture or leave for white]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CBD83D-FC01-4B5C-B1AF-BB19331DE3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D2978-24B0-4C69-9731-62579EDE9044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5380315" y="6379143"/>
            <a:ext cx="1431370" cy="180000"/>
          </a:xfrm>
        </p:spPr>
        <p:txBody>
          <a:bodyPr lIns="0" tIns="0" rIns="0" anchor="ctr" anchorCtr="0"/>
          <a:lstStyle>
            <a:lvl1pPr algn="ctr">
              <a:defRPr sz="1000"/>
            </a:lvl1pPr>
          </a:lstStyle>
          <a:p>
            <a:fld id="{B7D91282-FF3B-4016-8B1B-F6189EFA3DE0}" type="datetime1">
              <a:rPr lang="sv-SE" smtClean="0"/>
              <a:t>2026-02-19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001672" y="2591846"/>
            <a:ext cx="8188656" cy="845214"/>
          </a:xfrm>
          <a:prstGeom prst="rect">
            <a:avLst/>
          </a:prstGeom>
        </p:spPr>
        <p:txBody>
          <a:bodyPr wrap="square" bIns="0" anchor="b" anchorCtr="0"/>
          <a:lstStyle>
            <a:lvl1pPr algn="ctr">
              <a:lnSpc>
                <a:spcPct val="80000"/>
              </a:lnSpc>
              <a:defRPr sz="5400" b="0" i="0" spc="317" baseline="0">
                <a:solidFill>
                  <a:schemeClr val="tx1"/>
                </a:solidFill>
                <a:latin typeface="Volvo Broad Pro" panose="02000606020000020004" pitchFamily="50" charset="0"/>
              </a:defRPr>
            </a:lvl1pPr>
          </a:lstStyle>
          <a:p>
            <a:pPr lvl="0"/>
            <a:r>
              <a:rPr lang="en-US" noProof="0"/>
              <a:t>Insert headline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668587" y="3527140"/>
            <a:ext cx="6854825" cy="75423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 algn="ctr">
              <a:lnSpc>
                <a:spcPct val="114000"/>
              </a:lnSpc>
              <a:buFont typeface="Volvo Novum" panose="020B0503040502060204" pitchFamily="34" charset="0"/>
              <a:buNone/>
              <a:defRPr sz="1400" spc="0" baseline="0">
                <a:latin typeface="+mj-lt"/>
                <a:ea typeface="Volvo Broad Pro" panose="02000606020000020004" pitchFamily="50" charset="0"/>
                <a:cs typeface="+mn-cs"/>
              </a:defRPr>
            </a:lvl1pPr>
          </a:lstStyle>
          <a:p>
            <a:pPr lvl="0"/>
            <a:r>
              <a:rPr lang="en-US" noProof="0"/>
              <a:t>Insert sub headline</a:t>
            </a:r>
          </a:p>
        </p:txBody>
      </p:sp>
      <p:sp>
        <p:nvSpPr>
          <p:cNvPr id="10" name="Logotype">
            <a:extLst>
              <a:ext uri="{FF2B5EF4-FFF2-40B4-BE49-F238E27FC236}">
                <a16:creationId xmlns:a16="http://schemas.microsoft.com/office/drawing/2014/main" id="{EFD490B4-D84C-4512-B0E3-BC38BE39F5C7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5485800" y="278990"/>
            <a:ext cx="1220400" cy="936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539FA-75E5-47C4-A176-BCA731EF1FC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766764" y="6130859"/>
            <a:ext cx="10658474" cy="164442"/>
          </a:xfrm>
        </p:spPr>
        <p:txBody>
          <a:bodyPr anchor="ctr" anchorCtr="0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Department name | Document name/ Issuer | Classification</a:t>
            </a:r>
          </a:p>
        </p:txBody>
      </p:sp>
      <p:sp>
        <p:nvSpPr>
          <p:cNvPr id="13" name="Entity">
            <a:extLst>
              <a:ext uri="{FF2B5EF4-FFF2-40B4-BE49-F238E27FC236}">
                <a16:creationId xmlns:a16="http://schemas.microsoft.com/office/drawing/2014/main" id="{8607A533-DD8B-418B-91AC-B4CFEE0664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0816" y="5887220"/>
            <a:ext cx="2070368" cy="216429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8398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1 Content -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719761-CF45-4FCC-BDBD-9607751FE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763" y="1944000"/>
            <a:ext cx="6562725" cy="4077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0977B5-0B30-3B47-B511-2D8DFF83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019E-7143-4DDC-88F7-BF471409BD88}" type="datetime1">
              <a:rPr lang="sv-SE" smtClean="0"/>
              <a:t>2026-02-19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3E89A-6345-C248-9783-2EE0EAA4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name | Document name/ Issuer |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D9978-FFE6-DA40-8239-6FF4DB767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9EDD-1740-4E4A-8601-A7D0893F42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7DD437-05F9-49E5-800D-62CB4B82E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Insert headline on maximum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70C302-6050-4DB1-90EC-C732F2636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6763" y="1457438"/>
            <a:ext cx="6562725" cy="251205"/>
          </a:xfrm>
        </p:spPr>
        <p:txBody>
          <a:bodyPr tIns="0"/>
          <a:lstStyle>
            <a:lvl1pPr marL="0" indent="0">
              <a:buFontTx/>
              <a:buNone/>
              <a:defRPr>
                <a:solidFill>
                  <a:srgbClr val="53565A"/>
                </a:solidFill>
              </a:defRPr>
            </a:lvl1pPr>
            <a:lvl2pPr marL="163513" indent="0">
              <a:buFontTx/>
              <a:buNone/>
              <a:defRPr/>
            </a:lvl2pPr>
            <a:lvl3pPr marL="339725" indent="0">
              <a:buFontTx/>
              <a:buNone/>
              <a:defRPr/>
            </a:lvl3pPr>
            <a:lvl4pPr marL="463550" indent="0">
              <a:buFontTx/>
              <a:buNone/>
              <a:defRPr/>
            </a:lvl4pPr>
            <a:lvl5pPr marL="606425" indent="0">
              <a:buFontTx/>
              <a:buNone/>
              <a:defRPr/>
            </a:lvl5pPr>
          </a:lstStyle>
          <a:p>
            <a:pPr lvl="0"/>
            <a:r>
              <a:rPr lang="en-US"/>
              <a:t>Insert sub headline</a:t>
            </a:r>
          </a:p>
        </p:txBody>
      </p:sp>
      <p:sp>
        <p:nvSpPr>
          <p:cNvPr id="8" name="Logotype">
            <a:extLst>
              <a:ext uri="{FF2B5EF4-FFF2-40B4-BE49-F238E27FC236}">
                <a16:creationId xmlns:a16="http://schemas.microsoft.com/office/drawing/2014/main" id="{1BB363F6-F9B6-4408-8667-1272529FBDC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87927" y="6218305"/>
            <a:ext cx="1540800" cy="162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574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11 Content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CEC5F-5A41-204C-BA25-9D801C2D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3FE-2320-4E6B-AE32-4B26353F754A}" type="datetime1">
              <a:rPr lang="sv-SE" smtClean="0"/>
              <a:t>2026-02-19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7DD3D-672A-FE4F-ACE9-A06A058B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name | Document name/ Issuer | Classification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6A3F2-3D9F-6741-A9EE-0BA30210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9EDD-1740-4E4A-8601-A7D0893F42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Logotype">
            <a:extLst>
              <a:ext uri="{FF2B5EF4-FFF2-40B4-BE49-F238E27FC236}">
                <a16:creationId xmlns:a16="http://schemas.microsoft.com/office/drawing/2014/main" id="{0FEC399D-B3E6-496E-A0B5-4394767AEA70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87927" y="6218305"/>
            <a:ext cx="1540800" cy="162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6564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5 Content - Title, text with larg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7DD437-05F9-49E5-800D-62CB4B82E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3" y="1961186"/>
            <a:ext cx="3419999" cy="853929"/>
          </a:xfrm>
        </p:spPr>
        <p:txBody>
          <a:bodyPr wrap="square" bIns="0" anchor="b" anchorCtr="0"/>
          <a:lstStyle>
            <a:lvl1pPr>
              <a:defRPr/>
            </a:lvl1pPr>
          </a:lstStyle>
          <a:p>
            <a:r>
              <a:rPr lang="en-US"/>
              <a:t>Insert headline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159C85-B2DF-448E-87B5-B6A0E076322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40238" y="1089025"/>
            <a:ext cx="6985000" cy="4716463"/>
          </a:xfr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719761-CF45-4FCC-BDBD-9607751FE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762" y="2916001"/>
            <a:ext cx="3027923" cy="2889488"/>
          </a:xfrm>
        </p:spPr>
        <p:txBody>
          <a:bodyPr/>
          <a:lstStyle>
            <a:lvl1pPr marL="0" indent="0">
              <a:lnSpc>
                <a:spcPct val="120000"/>
              </a:lnSpc>
              <a:buFontTx/>
              <a:buNone/>
              <a:defRPr/>
            </a:lvl1pPr>
            <a:lvl2pPr marL="163513" indent="0">
              <a:buFontTx/>
              <a:buNone/>
              <a:defRPr/>
            </a:lvl2pPr>
            <a:lvl3pPr marL="339725" indent="0">
              <a:buNone/>
              <a:defRPr/>
            </a:lvl3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0977B5-0B30-3B47-B511-2D8DFF83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2023-03-07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3E89A-6345-C248-9783-2EE0EAA4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&amp;IT </a:t>
            </a:r>
            <a:r>
              <a:rPr lang="en-US" err="1"/>
              <a:t>Konz</a:t>
            </a:r>
            <a:r>
              <a:rPr lang="en-US"/>
              <a:t> | Published PDF of drawing 14693192 is not ok/Thomas Endres | Classification: internal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D9978-FFE6-DA40-8239-6FF4DB767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9EDD-1740-4E4A-8601-A7D0893F42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Logotype">
            <a:extLst>
              <a:ext uri="{FF2B5EF4-FFF2-40B4-BE49-F238E27FC236}">
                <a16:creationId xmlns:a16="http://schemas.microsoft.com/office/drawing/2014/main" id="{C7F525CB-9B53-4A60-8584-0E2E8489653F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87927" y="6218305"/>
            <a:ext cx="1540800" cy="162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0929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7">
          <p15:clr>
            <a:srgbClr val="FBAE40"/>
          </p15:clr>
        </p15:guide>
        <p15:guide id="2" orient="horz" pos="3657">
          <p15:clr>
            <a:srgbClr val="FBAE40"/>
          </p15:clr>
        </p15:guide>
        <p15:guide id="3" orient="horz" pos="172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80786-16C6-4C8B-8F40-5202B591853E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81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volvoitsm.service-now.com/incident.do?sys_id=65ac2fc62b1a3a144a68f95f5e91bf05&amp;sysparm_record_target=incident&amp;sysparm_record_row=1316&amp;sysparm_record_rows=8816867&amp;sysparm_record_list=ORDERBYDESCsys_created_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C524E-8F4D-77D4-4BA1-5072000CC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F094-8034-32C1-1207-1DF33C582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362266"/>
            <a:ext cx="7967717" cy="2688567"/>
          </a:xfrm>
        </p:spPr>
        <p:txBody>
          <a:bodyPr/>
          <a:lstStyle/>
          <a:p>
            <a:r>
              <a:rPr lang="en-US" dirty="0">
                <a:hlinkClick r:id="rId2"/>
              </a:rPr>
              <a:t>INC109624105</a:t>
            </a:r>
            <a:br>
              <a:rPr lang="en-IN" dirty="0"/>
            </a:br>
            <a:r>
              <a:rPr lang="en-IN" sz="1800" dirty="0"/>
              <a:t>Validation of Missing Rename Functionality for Engineering Documents</a:t>
            </a:r>
            <a:br>
              <a:rPr lang="en-IN" sz="1800" dirty="0"/>
            </a:br>
            <a:r>
              <a:rPr lang="en-IN" sz="1800" dirty="0"/>
              <a:t>Incident </a:t>
            </a:r>
            <a:r>
              <a:rPr lang="en-IN" sz="1800"/>
              <a:t>created for GTx Team</a:t>
            </a: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C1B3D-A000-3DE0-1567-07B7F5E8F2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09-Jan-2026</a:t>
            </a:r>
          </a:p>
        </p:txBody>
      </p:sp>
    </p:spTree>
    <p:extLst>
      <p:ext uri="{BB962C8B-B14F-4D97-AF65-F5344CB8AC3E}">
        <p14:creationId xmlns:p14="http://schemas.microsoft.com/office/powerpoint/2010/main" val="351297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69B14E-1CB1-F58E-F5E6-BCADAA0AC105}"/>
              </a:ext>
            </a:extLst>
          </p:cNvPr>
          <p:cNvSpPr txBox="1"/>
          <p:nvPr/>
        </p:nvSpPr>
        <p:spPr>
          <a:xfrm>
            <a:off x="0" y="0"/>
            <a:ext cx="12192000" cy="5570756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 Team,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(VCE PDM Support) have received an incident stating that the "Rename" functionality is missing for Engineering Documents (Word, Excel, PPT) for users belonging to the "Non-CAD Author" and "Tech Author" groups in our VCE Windchill 13.0.2.7  environment.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would like to validate in the GTx environment whether the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behavior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the same, as you are currently using Windchill 12.0. Please share the outcome here so that we can further investigate this with PTC.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Steps to reproduce the issue: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Open any existing Engineering Document (Word, Excel, PPT, etc.) in Windchill.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Look for the Rename option under the Actions drop-down menu.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Verify the same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behavior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across different lifecycle states of the Engineering Documents.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your reference: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VCE Incident: INC109066796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PTC Case: C17924167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Regards,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Keshavamurthy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930551"/>
      </p:ext>
    </p:extLst>
  </p:cSld>
  <p:clrMapOvr>
    <a:masterClrMapping/>
  </p:clrMapOvr>
</p:sld>
</file>

<file path=ppt/theme/theme1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Volvo Broad Pro</vt:lpstr>
      <vt:lpstr>Volvo Novum</vt:lpstr>
      <vt:lpstr>Wingdings 3</vt:lpstr>
      <vt:lpstr>1_Facet</vt:lpstr>
      <vt:lpstr>INC109624105 Validation of Missing Rename Functionality for Engineering Documents Incident created for GTx Team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Keshavamurthy Hg (Consultant)</dc:creator>
  <cp:lastModifiedBy>Keshavamurthy Hg (Consultant)</cp:lastModifiedBy>
  <cp:revision>1</cp:revision>
  <dcterms:created xsi:type="dcterms:W3CDTF">2026-02-19T19:16:43Z</dcterms:created>
  <dcterms:modified xsi:type="dcterms:W3CDTF">2026-02-19T19:17:23Z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540963-e559-4020-8a90-fe8a502c2801_Enabled">
    <vt:lpwstr>true</vt:lpwstr>
  </property>
  <property fmtid="{D5CDD505-2E9C-101B-9397-08002B2CF9AE}" pid="3" name="MSIP_Label_19540963-e559-4020-8a90-fe8a502c2801_SetDate">
    <vt:lpwstr>2026-02-19T19:16:50Z</vt:lpwstr>
  </property>
  <property fmtid="{D5CDD505-2E9C-101B-9397-08002B2CF9AE}" pid="4" name="MSIP_Label_19540963-e559-4020-8a90-fe8a502c2801_Method">
    <vt:lpwstr>Standard</vt:lpwstr>
  </property>
  <property fmtid="{D5CDD505-2E9C-101B-9397-08002B2CF9AE}" pid="5" name="MSIP_Label_19540963-e559-4020-8a90-fe8a502c2801_Name">
    <vt:lpwstr>19540963-e559-4020-8a90-fe8a502c2801</vt:lpwstr>
  </property>
  <property fmtid="{D5CDD505-2E9C-101B-9397-08002B2CF9AE}" pid="6" name="MSIP_Label_19540963-e559-4020-8a90-fe8a502c2801_SiteId">
    <vt:lpwstr>f25493ae-1c98-41d7-8a33-0be75f5fe603</vt:lpwstr>
  </property>
  <property fmtid="{D5CDD505-2E9C-101B-9397-08002B2CF9AE}" pid="7" name="MSIP_Label_19540963-e559-4020-8a90-fe8a502c2801_ActionId">
    <vt:lpwstr>763c62ce-72a8-4872-9e0c-79873956b9c9</vt:lpwstr>
  </property>
  <property fmtid="{D5CDD505-2E9C-101B-9397-08002B2CF9AE}" pid="8" name="MSIP_Label_19540963-e559-4020-8a90-fe8a502c2801_ContentBits">
    <vt:lpwstr>0</vt:lpwstr>
  </property>
  <property fmtid="{D5CDD505-2E9C-101B-9397-08002B2CF9AE}" pid="9" name="MSIP_Label_19540963-e559-4020-8a90-fe8a502c2801_Tag">
    <vt:lpwstr>10, 3, 0, 1</vt:lpwstr>
  </property>
</Properties>
</file>