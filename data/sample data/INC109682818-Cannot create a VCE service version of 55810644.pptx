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124" r:id="rId2"/>
    <p:sldId id="8119" r:id="rId3"/>
    <p:sldId id="8118" r:id="rId4"/>
    <p:sldId id="8116" r:id="rId5"/>
    <p:sldId id="8120" r:id="rId6"/>
    <p:sldId id="8117" r:id="rId7"/>
    <p:sldId id="8109" r:id="rId8"/>
    <p:sldId id="8083" r:id="rId9"/>
    <p:sldId id="80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DA019-CE27-4288-985C-DCEC189263E9}" v="1" dt="2026-02-19T19:00:05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Hg (Consultant)" userId="2374e2b4-d0b6-4c3b-824f-59899e600d23" providerId="ADAL" clId="{8E089545-C77C-4475-9F47-D197728FF5EC}"/>
    <pc:docChg chg="addSld modSld">
      <pc:chgData name="Keshavamurthy Hg (Consultant)" userId="2374e2b4-d0b6-4c3b-824f-59899e600d23" providerId="ADAL" clId="{8E089545-C77C-4475-9F47-D197728FF5EC}" dt="2026-02-19T19:00:05.371" v="0"/>
      <pc:docMkLst>
        <pc:docMk/>
      </pc:docMkLst>
      <pc:sldChg chg="add">
        <pc:chgData name="Keshavamurthy Hg (Consultant)" userId="2374e2b4-d0b6-4c3b-824f-59899e600d23" providerId="ADAL" clId="{8E089545-C77C-4475-9F47-D197728FF5EC}" dt="2026-02-19T19:00:05.371" v="0"/>
        <pc:sldMkLst>
          <pc:docMk/>
          <pc:sldMk cId="2457571775" sldId="8083"/>
        </pc:sldMkLst>
      </pc:sldChg>
      <pc:sldChg chg="add">
        <pc:chgData name="Keshavamurthy Hg (Consultant)" userId="2374e2b4-d0b6-4c3b-824f-59899e600d23" providerId="ADAL" clId="{8E089545-C77C-4475-9F47-D197728FF5EC}" dt="2026-02-19T19:00:05.371" v="0"/>
        <pc:sldMkLst>
          <pc:docMk/>
          <pc:sldMk cId="3532419553" sldId="8084"/>
        </pc:sldMkLst>
      </pc:sldChg>
      <pc:sldChg chg="add">
        <pc:chgData name="Keshavamurthy Hg (Consultant)" userId="2374e2b4-d0b6-4c3b-824f-59899e600d23" providerId="ADAL" clId="{8E089545-C77C-4475-9F47-D197728FF5EC}" dt="2026-02-19T19:00:05.371" v="0"/>
        <pc:sldMkLst>
          <pc:docMk/>
          <pc:sldMk cId="199632579" sldId="81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24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8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32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3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5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9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56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72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95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8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490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632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943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442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91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058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1 Intro – Black text light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5661-0B2E-4145-BFC7-96344832A0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DBE988F-1BF4-472B-8755-57EAF869555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</p:spPr>
        <p:txBody>
          <a:bodyPr tIns="2088000" anchor="t" anchorCtr="0">
            <a:normAutofit/>
          </a:bodyPr>
          <a:lstStyle>
            <a:lvl1pPr marL="0" indent="0" algn="ctr">
              <a:buFontTx/>
              <a:buNone/>
              <a:defRPr sz="800">
                <a:solidFill>
                  <a:srgbClr val="A7A8A9"/>
                </a:solidFill>
              </a:defRPr>
            </a:lvl1pPr>
          </a:lstStyle>
          <a:p>
            <a:r>
              <a:rPr lang="en-US"/>
              <a:t>[Add light background picture or leave for white]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CBD83D-FC01-4B5C-B1AF-BB19331DE3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D2978-24B0-4C69-9731-62579EDE9044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5380315" y="6379143"/>
            <a:ext cx="1431370" cy="180000"/>
          </a:xfrm>
        </p:spPr>
        <p:txBody>
          <a:bodyPr lIns="0" tIns="0" rIns="0" anchor="ctr" anchorCtr="0"/>
          <a:lstStyle>
            <a:lvl1pPr algn="ctr">
              <a:defRPr sz="1000"/>
            </a:lvl1pPr>
          </a:lstStyle>
          <a:p>
            <a:fld id="{B7D91282-FF3B-4016-8B1B-F6189EFA3DE0}" type="datetime1">
              <a:rPr lang="sv-SE" smtClean="0"/>
              <a:t>2026-02-20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001672" y="2591846"/>
            <a:ext cx="8188656" cy="845214"/>
          </a:xfrm>
          <a:prstGeom prst="rect">
            <a:avLst/>
          </a:prstGeom>
        </p:spPr>
        <p:txBody>
          <a:bodyPr wrap="square" bIns="0" anchor="b" anchorCtr="0"/>
          <a:lstStyle>
            <a:lvl1pPr algn="ctr">
              <a:lnSpc>
                <a:spcPct val="80000"/>
              </a:lnSpc>
              <a:defRPr sz="5400" b="0" i="0" spc="317" baseline="0">
                <a:solidFill>
                  <a:schemeClr val="tx1"/>
                </a:solidFill>
                <a:latin typeface="Volvo Broad Pro" panose="02000606020000020004" pitchFamily="50" charset="0"/>
              </a:defRPr>
            </a:lvl1pPr>
          </a:lstStyle>
          <a:p>
            <a:pPr lvl="0"/>
            <a:r>
              <a:rPr lang="en-US" noProof="0"/>
              <a:t>Insert headline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668587" y="3527140"/>
            <a:ext cx="6854825" cy="75423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 algn="ctr">
              <a:lnSpc>
                <a:spcPct val="114000"/>
              </a:lnSpc>
              <a:buFont typeface="Volvo Novum" panose="020B0503040502060204" pitchFamily="34" charset="0"/>
              <a:buNone/>
              <a:defRPr sz="1400" spc="0" baseline="0">
                <a:latin typeface="+mj-lt"/>
                <a:ea typeface="Volvo Broad Pro" panose="02000606020000020004" pitchFamily="50" charset="0"/>
                <a:cs typeface="+mn-cs"/>
              </a:defRPr>
            </a:lvl1pPr>
          </a:lstStyle>
          <a:p>
            <a:pPr lvl="0"/>
            <a:r>
              <a:rPr lang="en-US" noProof="0"/>
              <a:t>Insert sub headline</a:t>
            </a:r>
          </a:p>
        </p:txBody>
      </p:sp>
      <p:sp>
        <p:nvSpPr>
          <p:cNvPr id="10" name="Logotype">
            <a:extLst>
              <a:ext uri="{FF2B5EF4-FFF2-40B4-BE49-F238E27FC236}">
                <a16:creationId xmlns:a16="http://schemas.microsoft.com/office/drawing/2014/main" id="{EFD490B4-D84C-4512-B0E3-BC38BE39F5C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5485800" y="278990"/>
            <a:ext cx="1220400" cy="93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539FA-75E5-47C4-A176-BCA731EF1F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766764" y="6130859"/>
            <a:ext cx="10658474" cy="164442"/>
          </a:xfrm>
        </p:spPr>
        <p:txBody>
          <a:bodyPr anchor="ctr" anchorCtr="0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Department name | Document name/ Issuer | Classification</a:t>
            </a:r>
          </a:p>
        </p:txBody>
      </p:sp>
      <p:sp>
        <p:nvSpPr>
          <p:cNvPr id="13" name="Entity">
            <a:extLst>
              <a:ext uri="{FF2B5EF4-FFF2-40B4-BE49-F238E27FC236}">
                <a16:creationId xmlns:a16="http://schemas.microsoft.com/office/drawing/2014/main" id="{8607A533-DD8B-418B-91AC-B4CFEE0664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0816" y="5887220"/>
            <a:ext cx="2070368" cy="216429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56808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1 Content -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719761-CF45-4FCC-BDBD-9607751FE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763" y="1944000"/>
            <a:ext cx="6562725" cy="4077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977B5-0B30-3B47-B511-2D8DFF83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019E-7143-4DDC-88F7-BF471409BD88}" type="datetime1">
              <a:rPr lang="sv-SE" smtClean="0"/>
              <a:t>2026-02-20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3E89A-6345-C248-9783-2EE0EAA4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name | Document name/ Issuer |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9978-FFE6-DA40-8239-6FF4DB76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7DD437-05F9-49E5-800D-62CB4B82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Insert headline on maximum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70C302-6050-4DB1-90EC-C732F2636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763" y="1457438"/>
            <a:ext cx="6562725" cy="251205"/>
          </a:xfrm>
        </p:spPr>
        <p:txBody>
          <a:bodyPr tIns="0"/>
          <a:lstStyle>
            <a:lvl1pPr marL="0" indent="0">
              <a:buFontTx/>
              <a:buNone/>
              <a:defRPr>
                <a:solidFill>
                  <a:srgbClr val="53565A"/>
                </a:solidFill>
              </a:defRPr>
            </a:lvl1pPr>
            <a:lvl2pPr marL="163513" indent="0">
              <a:buFontTx/>
              <a:buNone/>
              <a:defRPr/>
            </a:lvl2pPr>
            <a:lvl3pPr marL="339725" indent="0">
              <a:buFontTx/>
              <a:buNone/>
              <a:defRPr/>
            </a:lvl3pPr>
            <a:lvl4pPr marL="463550" indent="0">
              <a:buFontTx/>
              <a:buNone/>
              <a:defRPr/>
            </a:lvl4pPr>
            <a:lvl5pPr marL="606425" indent="0">
              <a:buFontTx/>
              <a:buNone/>
              <a:defRPr/>
            </a:lvl5pPr>
          </a:lstStyle>
          <a:p>
            <a:pPr lvl="0"/>
            <a:r>
              <a:rPr lang="en-US"/>
              <a:t>Insert sub headline</a:t>
            </a:r>
          </a:p>
        </p:txBody>
      </p:sp>
      <p:sp>
        <p:nvSpPr>
          <p:cNvPr id="8" name="Logotype">
            <a:extLst>
              <a:ext uri="{FF2B5EF4-FFF2-40B4-BE49-F238E27FC236}">
                <a16:creationId xmlns:a16="http://schemas.microsoft.com/office/drawing/2014/main" id="{1BB363F6-F9B6-4408-8667-1272529FBDC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8503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11 Content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CEC5F-5A41-204C-BA25-9D801C2D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3FE-2320-4E6B-AE32-4B26353F754A}" type="datetime1">
              <a:rPr lang="sv-SE" smtClean="0"/>
              <a:t>2026-02-20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7DD3D-672A-FE4F-ACE9-A06A058B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name | Document name/ Issuer | Classification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A3F2-3D9F-6741-A9EE-0BA30210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type">
            <a:extLst>
              <a:ext uri="{FF2B5EF4-FFF2-40B4-BE49-F238E27FC236}">
                <a16:creationId xmlns:a16="http://schemas.microsoft.com/office/drawing/2014/main" id="{0FEC399D-B3E6-496E-A0B5-4394767AEA7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961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5 Content - Title, text with larg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7DD437-05F9-49E5-800D-62CB4B82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3" y="1961186"/>
            <a:ext cx="3419999" cy="853929"/>
          </a:xfrm>
        </p:spPr>
        <p:txBody>
          <a:bodyPr wrap="square" bIns="0" anchor="b" anchorCtr="0"/>
          <a:lstStyle>
            <a:lvl1pPr>
              <a:defRPr/>
            </a:lvl1pPr>
          </a:lstStyle>
          <a:p>
            <a:r>
              <a:rPr lang="en-US"/>
              <a:t>Insert headline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159C85-B2DF-448E-87B5-B6A0E07632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40238" y="1089025"/>
            <a:ext cx="6985000" cy="4716463"/>
          </a:xfrm>
          <a:solidFill>
            <a:schemeClr val="bg1">
              <a:lumMod val="95000"/>
            </a:schemeClr>
          </a:solidFill>
        </p:spPr>
        <p:txBody>
          <a:bodyPr tIns="504000" anchor="ctr" anchorCtr="0">
            <a:norm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719761-CF45-4FCC-BDBD-9607751FE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762" y="2916001"/>
            <a:ext cx="3027923" cy="2889488"/>
          </a:xfrm>
        </p:spPr>
        <p:txBody>
          <a:bodyPr/>
          <a:lstStyle>
            <a:lvl1pPr marL="0" indent="0">
              <a:lnSpc>
                <a:spcPct val="120000"/>
              </a:lnSpc>
              <a:buFontTx/>
              <a:buNone/>
              <a:defRPr/>
            </a:lvl1pPr>
            <a:lvl2pPr marL="163513" indent="0">
              <a:buFontTx/>
              <a:buNone/>
              <a:defRPr/>
            </a:lvl2pPr>
            <a:lvl3pPr marL="339725" indent="0">
              <a:buNone/>
              <a:defRPr/>
            </a:lvl3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977B5-0B30-3B47-B511-2D8DFF83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2023-03-07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3E89A-6345-C248-9783-2EE0EAA4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&amp;IT </a:t>
            </a:r>
            <a:r>
              <a:rPr lang="en-US" err="1"/>
              <a:t>Konz</a:t>
            </a:r>
            <a:r>
              <a:rPr lang="en-US"/>
              <a:t> | Published PDF of drawing 14693192 is not ok/Thomas Endres | Classification: internal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9978-FFE6-DA40-8239-6FF4DB76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B9EDD-1740-4E4A-8601-A7D0893F42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Logotype">
            <a:extLst>
              <a:ext uri="{FF2B5EF4-FFF2-40B4-BE49-F238E27FC236}">
                <a16:creationId xmlns:a16="http://schemas.microsoft.com/office/drawing/2014/main" id="{C7F525CB-9B53-4A60-8584-0E2E8489653F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27" y="6218305"/>
            <a:ext cx="1540800" cy="16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  <a:lvl2pPr marL="267129" indent="0">
              <a:buNone/>
              <a:defRPr/>
            </a:lvl2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162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7">
          <p15:clr>
            <a:srgbClr val="FBAE40"/>
          </p15:clr>
        </p15:guide>
        <p15:guide id="2" orient="horz" pos="3657">
          <p15:clr>
            <a:srgbClr val="FBAE40"/>
          </p15:clr>
        </p15:guide>
        <p15:guide id="3" orient="horz" pos="17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80786-16C6-4C8B-8F40-5202B591853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5546B5-7E08-4654-B1BD-434BE713C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1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olvoitsm.service-now.com/incident.do?sys_id=cd1535de2b6aba9063a7ff0fe291bfe2&amp;sysparm_record_target=incident&amp;sysparm_record_row=2&amp;sysparm_record_rows=6&amp;sysparm_record_list=assignment_group%3D8a06568a1b6d981020b8a8217e4bcb9a%5Eactive%3Dtrue%5Eassigned_to%3D87af21a6870a9d1034d7dbd83cbb3536%5EORDERBYDESCsys_created_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volvoitsm.service-now.com/incident.do?sys_id=cd1535de2b6aba9063a7ff0fe291bfe2&amp;sysparm_record_target=incident&amp;sysparm_record_row=1&amp;sysparm_record_rows=7&amp;sysparm_record_list=assignment_group%3D8a06568a1b6d981020b8a8217e4bcb9a%5Eactive%3Dtrue%5Estate%21%3D6%5EORDERBYDESCsys_created_on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cewindchill.got.volvo.net/Windchill/app/#ptc1/tcomp/infoPage?ContainerOid=OR%3Awt.pdmlink.PDMLinkProduct%3A4526078264&amp;oid=VR%3Awt.part.WTPart%3A19214330432&amp;u8=1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E627-6DB2-72C0-3ED2-74130864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D134-F398-513A-4535-F12D49CC5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362269"/>
            <a:ext cx="7967717" cy="2688567"/>
          </a:xfrm>
        </p:spPr>
        <p:txBody>
          <a:bodyPr/>
          <a:lstStyle/>
          <a:p>
            <a:r>
              <a:rPr lang="en-US" dirty="0">
                <a:hlinkClick r:id="rId2"/>
              </a:rPr>
              <a:t>INC109682818</a:t>
            </a:r>
            <a:br>
              <a:rPr lang="en-IN" dirty="0"/>
            </a:br>
            <a:r>
              <a:rPr lang="en-IN" sz="1800" dirty="0"/>
              <a:t>Cannot create a VCE service version of 55810644</a:t>
            </a:r>
            <a:br>
              <a:rPr lang="en-IN" sz="1800" dirty="0"/>
            </a:b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9E656-5A28-DB7F-817F-97A6D21A0E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23-Jan-2026</a:t>
            </a:r>
          </a:p>
        </p:txBody>
      </p:sp>
    </p:spTree>
    <p:extLst>
      <p:ext uri="{BB962C8B-B14F-4D97-AF65-F5344CB8AC3E}">
        <p14:creationId xmlns:p14="http://schemas.microsoft.com/office/powerpoint/2010/main" val="1771838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D93415-CAF7-EC48-CA0E-645BA09C9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3932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A70383-6A26-92B8-AC7F-2C3FD63DD7C7}"/>
              </a:ext>
            </a:extLst>
          </p:cNvPr>
          <p:cNvSpPr/>
          <p:nvPr/>
        </p:nvSpPr>
        <p:spPr>
          <a:xfrm>
            <a:off x="73479" y="626277"/>
            <a:ext cx="4822371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D87CA-AC35-F3D5-9E02-64D357DB0B1D}"/>
              </a:ext>
            </a:extLst>
          </p:cNvPr>
          <p:cNvSpPr/>
          <p:nvPr/>
        </p:nvSpPr>
        <p:spPr>
          <a:xfrm>
            <a:off x="5550354" y="645327"/>
            <a:ext cx="6641646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DBEBC-D4A9-19E0-DDC1-E34A292A7DCA}"/>
              </a:ext>
            </a:extLst>
          </p:cNvPr>
          <p:cNvSpPr/>
          <p:nvPr/>
        </p:nvSpPr>
        <p:spPr>
          <a:xfrm>
            <a:off x="2797629" y="3864777"/>
            <a:ext cx="4517571" cy="8405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6D4BB2-EBF2-4757-7FBC-D6AF73837645}"/>
              </a:ext>
            </a:extLst>
          </p:cNvPr>
          <p:cNvSpPr txBox="1"/>
          <p:nvPr/>
        </p:nvSpPr>
        <p:spPr>
          <a:xfrm>
            <a:off x="73479" y="972501"/>
            <a:ext cx="3126921" cy="954107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Issue details: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below error is notice when we have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 view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both the ends in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Associative Part Structure Browser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52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C00B69-302D-DC90-AE63-C615897C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26" b="5986"/>
          <a:stretch>
            <a:fillRect/>
          </a:stretch>
        </p:blipFill>
        <p:spPr>
          <a:xfrm>
            <a:off x="0" y="0"/>
            <a:ext cx="12192000" cy="61302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892004-C14F-E262-65AF-828F2C8CAF5B}"/>
              </a:ext>
            </a:extLst>
          </p:cNvPr>
          <p:cNvSpPr/>
          <p:nvPr/>
        </p:nvSpPr>
        <p:spPr>
          <a:xfrm>
            <a:off x="902154" y="1054902"/>
            <a:ext cx="3907971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0292A-333E-D691-CAAD-72E1F5DAAE7F}"/>
              </a:ext>
            </a:extLst>
          </p:cNvPr>
          <p:cNvSpPr/>
          <p:nvPr/>
        </p:nvSpPr>
        <p:spPr>
          <a:xfrm>
            <a:off x="1418273" y="1321602"/>
            <a:ext cx="589733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7999C1-827B-FB81-356E-B7F8FFD16B52}"/>
              </a:ext>
            </a:extLst>
          </p:cNvPr>
          <p:cNvSpPr/>
          <p:nvPr/>
        </p:nvSpPr>
        <p:spPr>
          <a:xfrm>
            <a:off x="464004" y="2626527"/>
            <a:ext cx="2860221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3DAEAA-B444-D09C-EA25-1789F03D8C5F}"/>
              </a:ext>
            </a:extLst>
          </p:cNvPr>
          <p:cNvSpPr/>
          <p:nvPr/>
        </p:nvSpPr>
        <p:spPr>
          <a:xfrm>
            <a:off x="3380015" y="5831673"/>
            <a:ext cx="1668236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5B9AFA-8989-3AB3-1449-CEF3D1058302}"/>
              </a:ext>
            </a:extLst>
          </p:cNvPr>
          <p:cNvSpPr/>
          <p:nvPr/>
        </p:nvSpPr>
        <p:spPr>
          <a:xfrm>
            <a:off x="5048251" y="5930173"/>
            <a:ext cx="2524124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FCCA5-08DD-6EDA-AAC2-03DC360F5AD5}"/>
              </a:ext>
            </a:extLst>
          </p:cNvPr>
          <p:cNvSpPr txBox="1"/>
          <p:nvPr/>
        </p:nvSpPr>
        <p:spPr>
          <a:xfrm>
            <a:off x="773566" y="2893227"/>
            <a:ext cx="2241095" cy="307777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the right mouse button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67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9E767-CD78-DCB1-F86F-0F7918870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866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D7F908-3D3C-46DC-C0AE-D7F0F79B3BE1}"/>
              </a:ext>
            </a:extLst>
          </p:cNvPr>
          <p:cNvSpPr/>
          <p:nvPr/>
        </p:nvSpPr>
        <p:spPr>
          <a:xfrm>
            <a:off x="0" y="-1"/>
            <a:ext cx="2827176" cy="233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1CA0E-DFAA-5814-0860-038D1A243A42}"/>
              </a:ext>
            </a:extLst>
          </p:cNvPr>
          <p:cNvSpPr/>
          <p:nvPr/>
        </p:nvSpPr>
        <p:spPr>
          <a:xfrm>
            <a:off x="6302829" y="2855127"/>
            <a:ext cx="2663889" cy="197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E2B990-B03E-5675-0AB5-63C4E622087B}"/>
              </a:ext>
            </a:extLst>
          </p:cNvPr>
          <p:cNvSpPr>
            <a:spLocks noChangeAspect="1"/>
          </p:cNvSpPr>
          <p:nvPr/>
        </p:nvSpPr>
        <p:spPr>
          <a:xfrm>
            <a:off x="5889171" y="444133"/>
            <a:ext cx="350636" cy="35063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400" b="0" i="0" u="none" strike="noStrike" kern="1200" cap="none" spc="0" normalizeH="0" baseline="0" noProof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DCCD25-5D37-8AF9-4B1D-F1EE42B84F7E}"/>
              </a:ext>
            </a:extLst>
          </p:cNvPr>
          <p:cNvSpPr>
            <a:spLocks noChangeAspect="1"/>
          </p:cNvSpPr>
          <p:nvPr/>
        </p:nvSpPr>
        <p:spPr>
          <a:xfrm>
            <a:off x="9036429" y="2782691"/>
            <a:ext cx="350636" cy="35063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400" b="0" i="0" u="none" strike="noStrike" kern="1200" cap="none" spc="0" normalizeH="0" baseline="0" noProof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665F10-7EC1-5EB0-CFAA-43FADD959B29}"/>
              </a:ext>
            </a:extLst>
          </p:cNvPr>
          <p:cNvSpPr>
            <a:spLocks noChangeAspect="1"/>
          </p:cNvSpPr>
          <p:nvPr/>
        </p:nvSpPr>
        <p:spPr>
          <a:xfrm>
            <a:off x="2918187" y="20759"/>
            <a:ext cx="350636" cy="35063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400" b="0" i="0" u="none" strike="noStrike" kern="1200" cap="none" spc="0" normalizeH="0" baseline="0" noProof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392A7C-A5BE-A712-7185-B44A1FBB5CA7}"/>
              </a:ext>
            </a:extLst>
          </p:cNvPr>
          <p:cNvSpPr/>
          <p:nvPr/>
        </p:nvSpPr>
        <p:spPr>
          <a:xfrm>
            <a:off x="6302830" y="520951"/>
            <a:ext cx="788435" cy="197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8F9FEA-CD6C-298C-A10B-997FFB67E612}"/>
              </a:ext>
            </a:extLst>
          </p:cNvPr>
          <p:cNvSpPr txBox="1"/>
          <p:nvPr/>
        </p:nvSpPr>
        <p:spPr>
          <a:xfrm>
            <a:off x="3302626" y="41204"/>
            <a:ext cx="4031235" cy="307777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the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Associative Part Structure Browser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3B92E-E440-54BD-C7D1-075CB0FD4CF5}"/>
              </a:ext>
            </a:extLst>
          </p:cNvPr>
          <p:cNvSpPr txBox="1"/>
          <p:nvPr/>
        </p:nvSpPr>
        <p:spPr>
          <a:xfrm>
            <a:off x="9456776" y="2692017"/>
            <a:ext cx="1534685" cy="523220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Select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 All Equivalence Links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51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25742-480A-87BF-8643-CB2EE1D6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907838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66160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nagit_SNGOUT2125">
            <a:extLst>
              <a:ext uri="{FF2B5EF4-FFF2-40B4-BE49-F238E27FC236}">
                <a16:creationId xmlns:a16="http://schemas.microsoft.com/office/drawing/2014/main" id="{78C15C83-C31A-574D-6A81-2102F067F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32490"/>
            <a:ext cx="12192000" cy="3725510"/>
          </a:xfrm>
          <a:prstGeom prst="rect">
            <a:avLst/>
          </a:prstGeom>
        </p:spPr>
      </p:pic>
      <p:pic>
        <p:nvPicPr>
          <p:cNvPr id="3" name="Snagit_SNGOUT2163">
            <a:extLst>
              <a:ext uri="{FF2B5EF4-FFF2-40B4-BE49-F238E27FC236}">
                <a16:creationId xmlns:a16="http://schemas.microsoft.com/office/drawing/2014/main" id="{6CD285D0-F5D1-4378-1F82-906143589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3243303"/>
          </a:xfrm>
          <a:prstGeom prst="rect">
            <a:avLst/>
          </a:prstGeom>
        </p:spPr>
      </p:pic>
      <p:pic>
        <p:nvPicPr>
          <p:cNvPr id="5" name="Snagit_SNGOUT2128">
            <a:extLst>
              <a:ext uri="{FF2B5EF4-FFF2-40B4-BE49-F238E27FC236}">
                <a16:creationId xmlns:a16="http://schemas.microsoft.com/office/drawing/2014/main" id="{092F2187-89F1-7FD6-C03C-9D78890E7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0"/>
            <a:ext cx="6096001" cy="32433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2FE961-DC63-57C2-8408-F5A93A306666}"/>
              </a:ext>
            </a:extLst>
          </p:cNvPr>
          <p:cNvSpPr/>
          <p:nvPr/>
        </p:nvSpPr>
        <p:spPr>
          <a:xfrm>
            <a:off x="384111" y="5626902"/>
            <a:ext cx="11255439" cy="1928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EFD792-137B-DB0D-7361-69C678F23038}"/>
              </a:ext>
            </a:extLst>
          </p:cNvPr>
          <p:cNvSpPr/>
          <p:nvPr/>
        </p:nvSpPr>
        <p:spPr>
          <a:xfrm>
            <a:off x="8353234" y="989845"/>
            <a:ext cx="1630522" cy="151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846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C3B9-8D7A-A017-6F3B-2076E32F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351E-7E93-5B5F-4ED0-313A3B1E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362269"/>
            <a:ext cx="7967717" cy="2688567"/>
          </a:xfrm>
        </p:spPr>
        <p:txBody>
          <a:bodyPr/>
          <a:lstStyle/>
          <a:p>
            <a:r>
              <a:rPr lang="en-US" dirty="0">
                <a:hlinkClick r:id="rId2"/>
              </a:rPr>
              <a:t>INC109682818</a:t>
            </a:r>
            <a:br>
              <a:rPr lang="en-IN" dirty="0"/>
            </a:br>
            <a:r>
              <a:rPr lang="en-IN" sz="1800" dirty="0"/>
              <a:t>Cannot create a VCE service version of 55810644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A1747-5431-C9D0-F30F-BC977837BE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22-Jan-2026</a:t>
            </a:r>
          </a:p>
        </p:txBody>
      </p:sp>
    </p:spTree>
    <p:extLst>
      <p:ext uri="{BB962C8B-B14F-4D97-AF65-F5344CB8AC3E}">
        <p14:creationId xmlns:p14="http://schemas.microsoft.com/office/powerpoint/2010/main" val="19963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nagit_SNGOUT2109">
            <a:extLst>
              <a:ext uri="{FF2B5EF4-FFF2-40B4-BE49-F238E27FC236}">
                <a16:creationId xmlns:a16="http://schemas.microsoft.com/office/drawing/2014/main" id="{CABB54BA-252F-57A3-1DD2-4207CF3FE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4388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3430B-058F-F572-E9FD-E5F20D82D8E1}"/>
              </a:ext>
            </a:extLst>
          </p:cNvPr>
          <p:cNvSpPr txBox="1"/>
          <p:nvPr/>
        </p:nvSpPr>
        <p:spPr>
          <a:xfrm>
            <a:off x="6699379" y="0"/>
            <a:ext cx="1135173" cy="369332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55810644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757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nagit_SNGOUT2133">
            <a:extLst>
              <a:ext uri="{FF2B5EF4-FFF2-40B4-BE49-F238E27FC236}">
                <a16:creationId xmlns:a16="http://schemas.microsoft.com/office/drawing/2014/main" id="{63598EB8-0DFC-EBE0-3930-3BBF1345C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80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19553"/>
      </p:ext>
    </p:extLst>
  </p:cSld>
  <p:clrMapOvr>
    <a:masterClrMapping/>
  </p:clrMapOvr>
</p:sld>
</file>

<file path=ppt/theme/theme1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Volvo Broad Pro</vt:lpstr>
      <vt:lpstr>Volvo Novum</vt:lpstr>
      <vt:lpstr>Wingdings 3</vt:lpstr>
      <vt:lpstr>1_Facet</vt:lpstr>
      <vt:lpstr>INC109682818 Cannot create a VCE service version of 55810644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INC109682818 Cannot create a VCE service version of 55810644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Keshavamurthy Hg (Consultant)</dc:creator>
  <cp:lastModifiedBy>Keshavamurthy Hg (Consultant)</cp:lastModifiedBy>
  <cp:revision>1</cp:revision>
  <dcterms:created xsi:type="dcterms:W3CDTF">2026-02-19T18:58:25Z</dcterms:created>
  <dcterms:modified xsi:type="dcterms:W3CDTF">2026-02-19T19:00:10Z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2026-02-19T18:58:31Z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28af8074-12a8-428d-9eb0-f2d3c0ac220f</vt:lpwstr>
  </property>
  <property fmtid="{D5CDD505-2E9C-101B-9397-08002B2CF9AE}" pid="8" name="MSIP_Label_19540963-e559-4020-8a90-fe8a502c2801_ContentBits">
    <vt:lpwstr>0</vt:lpwstr>
  </property>
  <property fmtid="{D5CDD505-2E9C-101B-9397-08002B2CF9AE}" pid="9" name="MSIP_Label_19540963-e559-4020-8a90-fe8a502c2801_Tag">
    <vt:lpwstr>10, 3, 0, 1</vt:lpwstr>
  </property>
</Properties>
</file>